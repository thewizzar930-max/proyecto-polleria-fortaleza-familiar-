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12" d="100"/>
          <a:sy n="112" d="100"/>
        </p:scale>
        <p:origin x="4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F8D9-C94F-4A48-A120-607805FA3898}" type="datetimeFigureOut">
              <a:rPr lang="es-PE" smtClean="0"/>
              <a:t>10/12/2025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61AA456-39D4-4D51-9A53-894E356B023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14504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F8D9-C94F-4A48-A120-607805FA3898}" type="datetimeFigureOut">
              <a:rPr lang="es-PE" smtClean="0"/>
              <a:t>10/12/2025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AA456-39D4-4D51-9A53-894E356B023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79125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F8D9-C94F-4A48-A120-607805FA3898}" type="datetimeFigureOut">
              <a:rPr lang="es-PE" smtClean="0"/>
              <a:t>10/12/2025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61AA456-39D4-4D51-9A53-894E356B023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166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F8D9-C94F-4A48-A120-607805FA3898}" type="datetimeFigureOut">
              <a:rPr lang="es-PE" smtClean="0"/>
              <a:t>10/12/2025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61AA456-39D4-4D51-9A53-894E356B023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0293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F8D9-C94F-4A48-A120-607805FA3898}" type="datetimeFigureOut">
              <a:rPr lang="es-PE" smtClean="0"/>
              <a:t>10/12/2025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61AA456-39D4-4D51-9A53-894E356B023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44390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F8D9-C94F-4A48-A120-607805FA3898}" type="datetimeFigureOut">
              <a:rPr lang="es-PE" smtClean="0"/>
              <a:t>10/12/2025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AA456-39D4-4D51-9A53-894E356B023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28638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F8D9-C94F-4A48-A120-607805FA3898}" type="datetimeFigureOut">
              <a:rPr lang="es-PE" smtClean="0"/>
              <a:t>10/12/2025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AA456-39D4-4D51-9A53-894E356B023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19454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F8D9-C94F-4A48-A120-607805FA3898}" type="datetimeFigureOut">
              <a:rPr lang="es-PE" smtClean="0"/>
              <a:t>10/12/2025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AA456-39D4-4D51-9A53-894E356B023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1819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F8D9-C94F-4A48-A120-607805FA3898}" type="datetimeFigureOut">
              <a:rPr lang="es-PE" smtClean="0"/>
              <a:t>10/12/2025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61AA456-39D4-4D51-9A53-894E356B023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447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F8D9-C94F-4A48-A120-607805FA3898}" type="datetimeFigureOut">
              <a:rPr lang="es-PE" smtClean="0"/>
              <a:t>10/12/2025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61AA456-39D4-4D51-9A53-894E356B023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23797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F8D9-C94F-4A48-A120-607805FA3898}" type="datetimeFigureOut">
              <a:rPr lang="es-PE" smtClean="0"/>
              <a:t>10/12/2025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61AA456-39D4-4D51-9A53-894E356B023D}" type="slidenum">
              <a:rPr lang="es-PE" smtClean="0"/>
              <a:t>‹Nº›</a:t>
            </a:fld>
            <a:endParaRPr lang="es-PE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468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F8D9-C94F-4A48-A120-607805FA3898}" type="datetimeFigureOut">
              <a:rPr lang="es-PE" smtClean="0"/>
              <a:t>10/12/2025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61AA456-39D4-4D51-9A53-894E356B023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6914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F8D9-C94F-4A48-A120-607805FA3898}" type="datetimeFigureOut">
              <a:rPr lang="es-PE" smtClean="0"/>
              <a:t>10/12/2025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61AA456-39D4-4D51-9A53-894E356B023D}" type="slidenum">
              <a:rPr lang="es-PE" smtClean="0"/>
              <a:t>‹Nº›</a:t>
            </a:fld>
            <a:endParaRPr lang="es-PE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3102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F8D9-C94F-4A48-A120-607805FA3898}" type="datetimeFigureOut">
              <a:rPr lang="es-PE" smtClean="0"/>
              <a:t>10/12/2025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61AA456-39D4-4D51-9A53-894E356B023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71204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F8D9-C94F-4A48-A120-607805FA3898}" type="datetimeFigureOut">
              <a:rPr lang="es-PE" smtClean="0"/>
              <a:t>10/12/2025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AA456-39D4-4D51-9A53-894E356B023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41408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F8D9-C94F-4A48-A120-607805FA3898}" type="datetimeFigureOut">
              <a:rPr lang="es-PE" smtClean="0"/>
              <a:t>10/12/2025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AA456-39D4-4D51-9A53-894E356B023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05378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DF8D9-C94F-4A48-A120-607805FA3898}" type="datetimeFigureOut">
              <a:rPr lang="es-PE" smtClean="0"/>
              <a:t>10/12/2025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61AA456-39D4-4D51-9A53-894E356B023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5729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EBE06-8AD3-4267-99E9-AEAC8997A1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b="1" dirty="0"/>
              <a:t>Proyecto: Pollería</a:t>
            </a:r>
            <a:r>
              <a:rPr lang="es-ES" b="1" dirty="0"/>
              <a:t> </a:t>
            </a:r>
            <a:r>
              <a:rPr lang="es-MX" b="1" dirty="0"/>
              <a:t>Familiar</a:t>
            </a:r>
            <a:r>
              <a:rPr lang="es-ES" b="1" dirty="0"/>
              <a:t> </a:t>
            </a:r>
            <a:r>
              <a:rPr lang="es-MX" b="1" dirty="0"/>
              <a:t>-</a:t>
            </a:r>
            <a:r>
              <a:rPr lang="es-ES" b="1" dirty="0"/>
              <a:t> </a:t>
            </a:r>
            <a:r>
              <a:rPr lang="es-MX" b="1" dirty="0"/>
              <a:t>Fortaleza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3EECB2-B205-4816-AAA0-33A771C06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891869"/>
          </a:xfrm>
        </p:spPr>
        <p:txBody>
          <a:bodyPr>
            <a:normAutofit fontScale="25000" lnSpcReduction="20000"/>
          </a:bodyPr>
          <a:lstStyle/>
          <a:p>
            <a:r>
              <a:rPr lang="es-ES" sz="8000" b="1" dirty="0"/>
              <a:t>Presentación Final – Examen 2do Ciclo</a:t>
            </a:r>
            <a:br>
              <a:rPr lang="es-ES" sz="8000" b="1" dirty="0"/>
            </a:br>
            <a:r>
              <a:rPr lang="es-ES" sz="8000" b="1" dirty="0"/>
              <a:t>Integrantes:</a:t>
            </a:r>
          </a:p>
          <a:p>
            <a:r>
              <a:rPr lang="es-ES" sz="8000" b="1" dirty="0">
                <a:latin typeface="+mj-lt"/>
                <a:ea typeface="+mj-ea"/>
                <a:cs typeface="+mj-cs"/>
              </a:rPr>
              <a:t>-</a:t>
            </a:r>
            <a:r>
              <a:rPr lang="es-ES" sz="8000" dirty="0">
                <a:latin typeface="+mj-lt"/>
                <a:ea typeface="+mj-ea"/>
                <a:cs typeface="+mj-cs"/>
              </a:rPr>
              <a:t>Franz James Espinoza Santiago</a:t>
            </a:r>
          </a:p>
          <a:p>
            <a:r>
              <a:rPr lang="es-ES" sz="8000" b="1" dirty="0">
                <a:latin typeface="+mj-lt"/>
                <a:ea typeface="+mj-ea"/>
                <a:cs typeface="+mj-cs"/>
              </a:rPr>
              <a:t>-</a:t>
            </a:r>
            <a:r>
              <a:rPr lang="es-ES" sz="8000" dirty="0">
                <a:latin typeface="+mj-lt"/>
                <a:ea typeface="+mj-ea"/>
                <a:cs typeface="+mj-cs"/>
              </a:rPr>
              <a:t>Gabriel Santiago Curo Villafranca</a:t>
            </a:r>
          </a:p>
          <a:p>
            <a:r>
              <a:rPr lang="es-ES" sz="8000" b="1" dirty="0"/>
              <a:t>Curso: </a:t>
            </a:r>
            <a:r>
              <a:rPr lang="es-ES" sz="8000" i="0" dirty="0">
                <a:solidFill>
                  <a:srgbClr val="262626"/>
                </a:solidFill>
                <a:effectLst/>
                <a:latin typeface="Montserrat" panose="020B0604020202020204" pitchFamily="2" charset="0"/>
              </a:rPr>
              <a:t>Proyecto Certificador de Desarrollo de Software 1</a:t>
            </a:r>
            <a:br>
              <a:rPr lang="es-ES" sz="8000" dirty="0"/>
            </a:br>
            <a:r>
              <a:rPr lang="es-ES" sz="8000" b="1" dirty="0"/>
              <a:t>Docente:</a:t>
            </a:r>
            <a:r>
              <a:rPr lang="es-PE" sz="800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Quispe Flores Johnny Bladimir</a:t>
            </a:r>
            <a:br>
              <a:rPr lang="es-ES" sz="6000" dirty="0"/>
            </a:br>
            <a:endParaRPr lang="es-PE" sz="60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E346E11-54EA-4F46-8C40-978EDDBBF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553" y="188752"/>
            <a:ext cx="2290955" cy="15246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6307894-7738-47E7-96E2-E25F35201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091" y="4164098"/>
            <a:ext cx="2243521" cy="155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333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8032E7-FC0C-457F-A587-1ED3E2EB9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PLANTEAMIENTO DEL PROBLEMA: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3FD134-FD6A-4FE3-A7C2-6409841A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317534"/>
          </a:xfrm>
        </p:spPr>
        <p:txBody>
          <a:bodyPr>
            <a:noAutofit/>
          </a:bodyPr>
          <a:lstStyle/>
          <a:p>
            <a:r>
              <a:rPr lang="es-ES" sz="2400" dirty="0"/>
              <a:t>La pollería realiza procesos manuales en registro de ventas.</a:t>
            </a:r>
          </a:p>
          <a:p>
            <a:r>
              <a:rPr lang="es-ES" sz="2400" dirty="0"/>
              <a:t>El negocio carece de reportes confiables para la toma de decisiones.</a:t>
            </a:r>
          </a:p>
          <a:p>
            <a:r>
              <a:rPr lang="es-ES" sz="2400" dirty="0"/>
              <a:t>Existen errores frecuentes en los datos por falta de automatización.</a:t>
            </a:r>
          </a:p>
          <a:p>
            <a:r>
              <a:rPr lang="es-ES" sz="2400" dirty="0"/>
              <a:t>Los tiempos de respuesta para verificar información son elevados.</a:t>
            </a:r>
          </a:p>
          <a:p>
            <a:r>
              <a:rPr lang="es-ES" sz="2400" dirty="0"/>
              <a:t>No hay integración entre procesos, generando duplicidad de trabajo.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423224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18EAF0-E23D-47C7-A416-6CCBE0490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OBJETIVO GENERAL: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195D32-4D7D-4160-9615-BB8E88391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Desarrollar un </a:t>
            </a:r>
            <a:r>
              <a:rPr lang="es-ES" sz="3200" b="1" dirty="0"/>
              <a:t>Sistema Integral</a:t>
            </a:r>
            <a:r>
              <a:rPr lang="es-ES" sz="3200" dirty="0"/>
              <a:t> que optimice los procesos de ventas, registro, reportes y gestión interna de la Pollería La Fortaleza, permitiendo automatización, reducción de errores y una operación más eficiente.</a:t>
            </a:r>
            <a:endParaRPr lang="es-PE" sz="3200" dirty="0"/>
          </a:p>
        </p:txBody>
      </p:sp>
    </p:spTree>
    <p:extLst>
      <p:ext uri="{BB962C8B-B14F-4D97-AF65-F5344CB8AC3E}">
        <p14:creationId xmlns:p14="http://schemas.microsoft.com/office/powerpoint/2010/main" val="2111045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1DA78-0598-4746-A274-CF4942C5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OBJETIVOS ESPECÍFICOS: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D81DA5-01EA-4214-AD9C-4D0B21BA1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Automatizar el registro de ventas del negocio.</a:t>
            </a:r>
          </a:p>
          <a:p>
            <a:r>
              <a:rPr lang="es-ES" sz="2400" dirty="0"/>
              <a:t>Mejorar el control de productos y categorías.</a:t>
            </a:r>
          </a:p>
          <a:p>
            <a:r>
              <a:rPr lang="es-ES" sz="2400" dirty="0"/>
              <a:t>Generar reportes en tiempo real para decisiones del dueño.</a:t>
            </a:r>
          </a:p>
          <a:p>
            <a:r>
              <a:rPr lang="es-ES" sz="2400" dirty="0"/>
              <a:t>Reducir errores manuales mediante validaciones internas.</a:t>
            </a:r>
          </a:p>
          <a:p>
            <a:r>
              <a:rPr lang="es-ES" sz="2400" dirty="0"/>
              <a:t>Integrar todos los módulos en un solo sistema funcional.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3671879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B87A1-27F2-4DC3-8CF3-7C0791A88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JUSTIFICACIÓN</a:t>
            </a:r>
            <a:r>
              <a:rPr lang="es-ES" b="1" dirty="0"/>
              <a:t>:</a:t>
            </a:r>
            <a:endParaRPr lang="es-PE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4FDA0D-E5ED-4637-B465-CFF994F6A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 dirty="0"/>
              <a:t>El sistema mejora la eficiencia del negocio.</a:t>
            </a:r>
          </a:p>
          <a:p>
            <a:r>
              <a:rPr lang="es-ES" sz="2400" dirty="0"/>
              <a:t>Reduce el tiempo invertido en tareas manuales.</a:t>
            </a:r>
          </a:p>
          <a:p>
            <a:r>
              <a:rPr lang="es-ES" sz="2400" dirty="0"/>
              <a:t>Disminuye errores y pérdidas por mala gestión.</a:t>
            </a:r>
          </a:p>
          <a:p>
            <a:r>
              <a:rPr lang="es-PE" sz="2400" dirty="0"/>
              <a:t>Facilita el análisis de ventas mediante reportes exactos.</a:t>
            </a:r>
            <a:endParaRPr lang="es-ES" sz="2400" dirty="0"/>
          </a:p>
          <a:p>
            <a:r>
              <a:rPr lang="es-ES" sz="2400" dirty="0"/>
              <a:t>Permite escalar el sistema a nuevos módulos en el futuro.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37492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F866A-1A6C-43A2-91D3-AB98433BE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METODOLOGÍA SCRUM: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9CE2C0-E659-465B-B3D7-D4ECC2F75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PE" sz="2400" b="1" dirty="0"/>
              <a:t>Roles del Proyecto:</a:t>
            </a:r>
          </a:p>
          <a:p>
            <a:r>
              <a:rPr lang="pt-BR" sz="2400" b="1" dirty="0"/>
              <a:t>Scrum Master: </a:t>
            </a:r>
            <a:r>
              <a:rPr lang="pt-BR" sz="2400" dirty="0"/>
              <a:t>Gabriel Santiago Curo Villafranca</a:t>
            </a:r>
            <a:endParaRPr lang="es-PE" sz="2400" dirty="0"/>
          </a:p>
          <a:p>
            <a:r>
              <a:rPr lang="en-US" sz="2400" b="1" dirty="0"/>
              <a:t>Product Owner:</a:t>
            </a:r>
            <a:r>
              <a:rPr lang="en-US" sz="2400" dirty="0"/>
              <a:t> Franz James Espinoza Santiago</a:t>
            </a:r>
            <a:endParaRPr lang="es-PE" sz="2400" dirty="0"/>
          </a:p>
          <a:p>
            <a:r>
              <a:rPr lang="es-PE" sz="2400" b="1" dirty="0"/>
              <a:t>Development Team: </a:t>
            </a:r>
            <a:r>
              <a:rPr lang="es-PE" sz="2400" dirty="0"/>
              <a:t>Gabriel Santiago Curo Villafranca</a:t>
            </a:r>
          </a:p>
        </p:txBody>
      </p:sp>
    </p:spTree>
    <p:extLst>
      <p:ext uri="{BB962C8B-B14F-4D97-AF65-F5344CB8AC3E}">
        <p14:creationId xmlns:p14="http://schemas.microsoft.com/office/powerpoint/2010/main" val="2008017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B4D40-4259-4AFA-95F6-B36357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8916" y="180363"/>
            <a:ext cx="8911687" cy="1280890"/>
          </a:xfrm>
        </p:spPr>
        <p:txBody>
          <a:bodyPr/>
          <a:lstStyle/>
          <a:p>
            <a:r>
              <a:rPr lang="es-PE" b="1" dirty="0"/>
              <a:t>Ceremonias: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D08ABEE-A27C-4610-84C0-4396E8F35F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4411" y="3428998"/>
            <a:ext cx="7616908" cy="3146899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2B3A338-02EA-4114-9A71-A15E6A102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411" y="904672"/>
            <a:ext cx="5729742" cy="252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127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CFF8DBE-E16D-49AD-86BD-5CA072AEF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902" y="138746"/>
            <a:ext cx="6707799" cy="24390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7E0C6DC-F9A3-4CC2-88C3-56D42B07A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902" y="2769750"/>
            <a:ext cx="9883302" cy="376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074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FCC3A04-8B03-4240-921B-39AADFAAF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974" y="188584"/>
            <a:ext cx="9953312" cy="292426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551CFF9-5A7A-4C3D-8E43-4451760A5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974" y="3208613"/>
            <a:ext cx="9953312" cy="346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895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E532E9C-1558-4893-A4F5-23B1FB0DC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434" y="136846"/>
            <a:ext cx="9434320" cy="336511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43402CA-26E4-41DA-93B7-2B36B9342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434" y="3608961"/>
            <a:ext cx="9502414" cy="299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4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07B8DFD-F810-4CDD-BD00-D1A315F6B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176" y="180989"/>
            <a:ext cx="9750922" cy="31069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8018CD7-A30A-4362-A954-3C779EA53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176" y="3429000"/>
            <a:ext cx="9750922" cy="324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512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C7E128E-3F99-4051-B3DB-26761015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364" y="155531"/>
            <a:ext cx="9565088" cy="360868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04CD0F7-803E-4F42-B4A0-F4D31C6D7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364" y="3871903"/>
            <a:ext cx="9565088" cy="283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144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6C2CA16-191E-45A9-8E9D-C2D92CE22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896" y="164218"/>
            <a:ext cx="9959008" cy="365240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1ED78AE-9251-4A46-ACC2-696E3F1E2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159" y="3871795"/>
            <a:ext cx="8801681" cy="272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73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D6B32BB-8746-4CFD-9B63-BFB68DA4CD8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21943" y="835376"/>
            <a:ext cx="2686050" cy="273323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D147E69-DA0B-44C0-997D-FC1D3CE0FDC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84009" y="835375"/>
            <a:ext cx="2505075" cy="273323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AFE203B-BB82-4F04-AA0A-A97A96C0C21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874182" y="3741979"/>
            <a:ext cx="5737225" cy="285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244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72252ED-E0FD-4227-A12A-161480E6D34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90741" y="879526"/>
            <a:ext cx="8126583" cy="552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825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C31A74C-883E-48A8-8B8B-3DE023E1714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60921" y="2037946"/>
            <a:ext cx="4593703" cy="30638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6877412-DD55-4131-B9CE-0DE13341128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348280" y="2037946"/>
            <a:ext cx="4366260" cy="306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634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05E93E3-46FB-445B-BB0D-2DB52EE86A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68619" y="1545074"/>
            <a:ext cx="4328795" cy="28790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912A3C8-F650-4C57-B361-982F4046A10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858047" y="1545074"/>
            <a:ext cx="4338320" cy="287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430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1423903-ACDA-43DB-9193-77361F2A98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07890" y="243487"/>
            <a:ext cx="4291330" cy="300391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3DD4E84-A05E-4DC0-AEA3-60A8448A5F1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196042" y="243487"/>
            <a:ext cx="4363085" cy="300391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6D097E8-4C74-451A-9F27-001F7FCCC08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410113" y="3429000"/>
            <a:ext cx="4913349" cy="309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914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7CDB35A-ADA3-416C-84C6-F9611E83FE1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25185" y="265691"/>
            <a:ext cx="4737100" cy="29083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C2A214F-65C6-434C-8498-8AFA7F418CB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06770" y="3265265"/>
            <a:ext cx="4755515" cy="341754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51E3B3B-BA65-4989-996F-DD85D07D3CF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514744" y="265692"/>
            <a:ext cx="3868254" cy="29083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E3663E0-ACC8-4C56-B1D4-06AC5B4E6484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534827" y="3429000"/>
            <a:ext cx="3848172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13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2B789FD-508E-4F3A-92F1-130071EF0A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35301" y="1954376"/>
            <a:ext cx="5106670" cy="353202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6FFCB6A-92BF-47C1-8CF8-FF91BCF690A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690003" y="1954375"/>
            <a:ext cx="5135880" cy="353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926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F7C27A6-7BAC-48B0-88CE-C230C122CF3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17481" y="235009"/>
            <a:ext cx="3800475" cy="31432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828F29D-98E4-4E2C-8FEB-048A42D9E5E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021643" y="235009"/>
            <a:ext cx="3754755" cy="31432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F068C58-608E-4F9A-9B76-E8E21269921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372999" y="3589677"/>
            <a:ext cx="4010025" cy="293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315593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142</TotalTime>
  <Words>260</Words>
  <Application>Microsoft Office PowerPoint</Application>
  <PresentationFormat>Panorámica</PresentationFormat>
  <Paragraphs>31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Arial</vt:lpstr>
      <vt:lpstr>Century Gothic</vt:lpstr>
      <vt:lpstr>Montserrat</vt:lpstr>
      <vt:lpstr>Wingdings 3</vt:lpstr>
      <vt:lpstr>Espiral</vt:lpstr>
      <vt:lpstr>Proyecto: Pollería Familiar - Fortaleza</vt:lpstr>
      <vt:lpstr>PLANTEAMIENTO DEL PROBLEMA:</vt:lpstr>
      <vt:lpstr>OBJETIVO GENERAL:</vt:lpstr>
      <vt:lpstr>OBJETIVOS ESPECÍFICOS:</vt:lpstr>
      <vt:lpstr>JUSTIFICACIÓN:</vt:lpstr>
      <vt:lpstr>METODOLOGÍA SCRUM:</vt:lpstr>
      <vt:lpstr>Ceremonias: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Proyecto: Pollería Familiar - Fortaleza</dc:title>
  <dc:creator>Gabriel Santiago Curo Villafranca</dc:creator>
  <cp:lastModifiedBy>Gabriel Santiago Curo Villafranca</cp:lastModifiedBy>
  <cp:revision>10</cp:revision>
  <dcterms:created xsi:type="dcterms:W3CDTF">2025-12-10T20:09:04Z</dcterms:created>
  <dcterms:modified xsi:type="dcterms:W3CDTF">2025-12-10T22:31:26Z</dcterms:modified>
</cp:coreProperties>
</file>